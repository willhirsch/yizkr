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Photograph from the family album</a:t>
        </a:r>
      </a:p>
    </p:spTree>
  </p:cSld>
</p:note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Where the Lobigs came from</a:t>
        </a:r>
      </a:p>
      <a:p>
        <a:r>
          <a:t>Nicholas Lobig · library talk, 2018</a:t>
        </a:r>
      </a: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Wastl and Hilde</a:t>
        </a:r>
      </a:p>
      <a:p>
        <a:r>
          <a:t>Sebastian 'Wastl' Löbig 1862–1945 = Hildegard 'Hilde' Laudler 1876–1968</a:t>
        </a:r>
      </a:p>
      <a:p>
        <a:r>
          <a:t>Their children: Ursula, Klara 'Pünktchen' and Gustav 'Gustl'</a:t>
        </a:r>
      </a:p>
      <p:pic>
        <p:blipFill>
          <a:blip r:embed="rId2"/>
        </p:blipFill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Stupfield</a:t>
        </a:r>
      </a:p>
      <a:p>
        <a:r>
          <a:t>Klara came first, Gustl in 1939.</a:t>
        </a:r>
      </a:p>
      <a:p>
        <a:r>
          <a:t>Gustave 'Gus' Lobig = Florence Faxridge, 1942</a:t>
        </a:r>
      </a:p>
      <a:p>
        <a:r>
          <a:t>Their son: Nicholas 1950</a:t>
        </a:r>
      </a:p>
    </p:spTree>
  </p:cSld>
</p:sld>
</file>